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0800"/>
          </a:xfrm>
          <a:prstGeom prst="rect">
            <a:avLst/>
          </a:prstGeom>
          <a:solidFill>
            <a:srgbClr val="FFB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다듬 디자인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4B4B4"/>
                </a:solidFill>
                <a:latin typeface="Calibri"/>
              </a:rPr>
              <a:t>슬라이드 일관성 분석 테스트 덱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FB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651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01 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핵심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• 슬라이드 전반의 폰트 일관성 유지
• 색상 팔레트를 3가지 이내로 제한
• 텍스트 영역 비율 25~45% 준수
• 이미지와 텍스트의 균형 배치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분석 방법론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926080" cy="25603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2011680"/>
            <a:ext cx="2926080" cy="25603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2011680"/>
            <a:ext cx="2926080" cy="25603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Feature
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Isolation
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Root Cause
Explainer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성능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정밀도(Precision)  ··········  87%
재현율(Recall)     ··········  82%
F1 Score           ··········  84%
처리 속도          ··········  &lt; 2초 / 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활용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기업 IR 자료 · 학술 발표 · 교육 콘텐츠
디자이너가 없는 스타트업이나 개인 창작자가
프레젠테이션의 시각적 일관성을 자동으로 검사하고
구체적인 개선 방향을 제시받을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Q2 2026  ·  MVP 출시 — Isolation Forest 기반
Q3 2026  ·  AutoEncoder 고도화
Q4 2026  ·  GNN 기반 슬라이드 관계 분석
Q1 2027  ·  실시간 피드백 API 제공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팀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D2D2"/>
                </a:solidFill>
                <a:latin typeface="Calibri"/>
              </a:rPr>
              <a:t>ML Engineer  ·  Feature 설계 및 모델 학습
Backend Dev  ·  FastAPI 파이프라인
Frontend Dev  ·  React 대시보드
Designer  ·  UX 리서치 및 프로토타입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141E"/>
                </a:solidFill>
                <a:latin typeface="Calibri"/>
              </a:rPr>
              <a:t>별첨 A: 추가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C50"/>
                </a:solidFill>
                <a:latin typeface="Calibri"/>
              </a:rPr>
              <a:t>이 슬라이드는 색상 팔레트에서 벗어난 이상 슬라이드입니다.
배경색이 나머지 슬라이드와 크게 다릅니다.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Times New Roman"/>
              </a:rPr>
              <a:t>별첨 B: 참고 문헌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Georgia"/>
              </a:rPr>
              <a:t>[1] Breunig et al. LOF: Identifying Density-Based Local Outliers. SIGMOD 2000.
[2] Liu et al. Isolation Forest. ICDM 2008.
[3] Kingma &amp; Welling. Auto-Encoding Variational Bayes. ICLR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